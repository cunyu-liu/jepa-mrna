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988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420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1284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33088" y="566928"/>
            <a:ext cx="128016" cy="50292"/>
          </a:xfrm>
          <a:prstGeom prst="rect">
            <a:avLst/>
          </a:prstGeom>
          <a:solidFill>
            <a:srgbClr val="2C4059"/>
          </a:solidFill>
          <a:ln w="12700">
            <a:solidFill>
              <a:srgbClr val="2C40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12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RNA-JEPA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66928" y="2615184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项目进展汇报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566928" y="3639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4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决策模型线 · 训练数据 / 测评基准 / 基线三条线的全面复核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3840480" cy="2743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425696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DEE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本轮推翻了三条已写进记录的旧结论，并得到一条否证本项目核心主张的实测结果。以下所有数字均标注 split、步数与口径。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870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2026-09-24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6928" y="618134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git@github.com:Cunyu-Liu/JEPA-mRNA.git  ·  提交 3bb5186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总览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三条旧结论被推翻，一条核心主张被自己的测量否证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4.29×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4944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训练集扩容（10,682 → 45,865）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实测去重后，不是 8.5×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1680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9696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9696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与最强基线的 F1 差距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RNAformer 0.7578 / 0.5958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6432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24448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RNAformer 概率的 ECE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无需重标定，优于 0.0031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11183" y="1389888"/>
            <a:ext cx="2613584" cy="1280160"/>
          </a:xfrm>
          <a:prstGeom prst="rect">
            <a:avLst/>
          </a:prstGeom>
          <a:solidFill>
            <a:srgbClr val="FDF1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9199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39199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C1-a 判据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已加写作红线，禁「首次」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889504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旧结论 1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训练数据只盘了 BPfold_data。集群另有 RNAformer 参考发布（biophysical 416,479 行等），此前完全未被调研。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3226562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旧结论 2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「UFold / RNAformer / EternaFold 权重不可得」是错的：权重一直就在集群本地，源码本轮 clone 成功。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3563620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旧结论 3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「学习型基线都弱」只在 bprna_ts0 成立；按 split 会反转（pdb_ts1 上 ViennaRNA 0.7299 &gt; UFold 0.6434）。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390067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新反证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 原表述「首次给出经校准验证的免 DP 配对概率」被 RNAformer 的实测否证。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590288"/>
            <a:ext cx="11057839" cy="1243584"/>
          </a:xfrm>
          <a:prstGeom prst="rect">
            <a:avLst/>
          </a:prstGeom>
          <a:solidFill>
            <a:srgbClr val="FDF1F0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7000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这意味着什么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4956048"/>
            <a:ext cx="1069207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本轮的价值不在新增了多少数字，而在两条线被同时纠正：数据线的旧结论是调研不足，基线线的旧结论是把网络探测失败当成了资产不存在。而纠正之后暴露出的 0.162 F1 差距和 C1 的反证，才是真正需要决策的东西。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口径：F1 为 micro（汇总 TP/FP/FN），GT 限制为规范+嵌套配对；ECE 为同 split、同 6,022,538 个候选对。详见 records/DECISION_TRAINING_LOG.md §14.29–§14.42。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训练数据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扩容是 4.29×，不是 8.5×：一半以上的「新数据」是重复的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3096195"/>
                <a:gridCol w="1415403"/>
                <a:gridCol w="1415403"/>
                <a:gridCol w="1238478"/>
                <a:gridCol w="3892359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来源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输入条数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去重后保留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保留率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bprna_tr0（既有语料）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本轮扩容的基线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ref_tr_bprna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36,865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bpRNA-1m 的另一份发布，与既有语料大量重合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ref_tr_experimental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实验结构；多数已在上面两行中出现过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ref_tr_intra_family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几乎全部冗余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ref_tr_inter_family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完全冗余，贡献 0 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合计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98,095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45,865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报告 98K 会虚报 2.1 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31596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tools/concat_corpora.py：只做逐序列精确去重，绝不自称做了同源去冗余（那是 mmseqs 的下一步）。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4671314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45,865 条 ViennaRNA 2.7.2 软标签已完成：12 进程 892 s（实测吞吐 L=100 为 34 seq/s，L=500 为 0.6 seq/s）。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Manifest：ss_data/jsonl/bprna_tr1.manifest.json（含逐来源 n_in / n_kept / sha256）。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数据质量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质量是好的，但有三个必须记录的缺陷，它们各自设了一个上界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3551834" cy="2331720"/>
          </a:xfrm>
          <a:prstGeom prst="rect">
            <a:avLst/>
          </a:prstGeom>
          <a:solidFill>
            <a:srgbClr val="FDFA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389888"/>
            <a:ext cx="3551834" cy="41148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17904"/>
            <a:ext cx="32592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标注自相矛盾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1810512"/>
            <a:ext cx="325922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3232" y="2286000"/>
            <a:ext cx="32592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5,393 / 98,095 条：同一序列带着不同结构出现，其中 992 条是同一个文件内部冲突。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构成与训练量无关的 precision 上界，加数据消不掉。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9930" y="1389888"/>
            <a:ext cx="3551834" cy="2331720"/>
          </a:xfrm>
          <a:prstGeom prst="rect">
            <a:avLst/>
          </a:prstGeom>
          <a:solidFill>
            <a:srgbClr val="FDFA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19930" y="1389888"/>
            <a:ext cx="3551834" cy="41148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6234" y="1517904"/>
            <a:ext cx="32592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合成集不是泛化基准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66234" y="1810512"/>
            <a:ext cx="325922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MFE 1.0000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466234" y="2286000"/>
            <a:ext cx="32592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ref_synthetic_test 的真值就是 ViennaRNA 的 MFE 结构（MFE micro F1 = 1.0000）。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蒸馏一致性集，不得与 bprna_ts0 并列进主表。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72933" y="1389888"/>
            <a:ext cx="3551834" cy="2331720"/>
          </a:xfrm>
          <a:prstGeom prst="rect">
            <a:avLst/>
          </a:prstGeom>
          <a:solidFill>
            <a:srgbClr val="FDFAF3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2933" y="1389888"/>
            <a:ext cx="3551834" cy="41148"/>
          </a:xfrm>
          <a:prstGeom prst="rect">
            <a:avLst/>
          </a:prstGeom>
          <a:solidFill>
            <a:srgbClr val="B26A00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9237" y="1517904"/>
            <a:ext cx="32592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配对口径不一致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19237" y="1810512"/>
            <a:ext cx="325922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9.1–23.7%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19237" y="2286000"/>
            <a:ext cx="325922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参考发布原始配对集中非规范配对的占比，而我们既有 .bpseq 语料是 0.000。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两个来源的 F1 不是同一个地面，必须显式说明删了多少对。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023360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已通过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既有语料的内部一致性仍然成立：内部精确重复 0、发夹环违规 0、非经典配对 0.000。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4378706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新规则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参考发布新增三条显式规则并各带测试：pk 栏精确删假结 / 非规范配对删除 / 多联体解析。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工具：tools/concat_corpora.py（常驻计数 conflicting_structure_kept_first）、data/ss/prepare_decision_data.py（21 项新测试）。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测评基准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benchmark 从 2 个 split 扩到 9 个，且用的是已发表数字的同一批集合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3100329"/>
                <a:gridCol w="1240131"/>
                <a:gridCol w="1136787"/>
                <a:gridCol w="5580592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新增 split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条数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被拒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实验标签（PDB）——唯一能回答「噪声标签上界」的集合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实验标签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实验标签（难例）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ref_pdb_ts_hard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对抗子集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ref_synthetic_test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3,344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合成集；真值 = ViennaRNA MFE，仅作蒸馏一致性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ref_synthetic_valid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新的选择用验证集，替代组成偏斜的 VL0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ref_bprna_ts0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与既有 TS0（1,288）同源，两个独立解析器的交叉核验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279392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这些就是 RNAformer 已发表数字所用的集合，因此 F1 与该基线在同一地面上可比，不需要「看起来相似」的换算。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463473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待解释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ref_bprna_ts0（1,291）与既有 TS0（1,288）差 3 条，来源可能是 N 碱基拒绝（14 条）；解释清楚之前两个 split 不混用。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构建：scripts/build_ref_corpus.sh，与既有语料走同一条投影/校验代码路径；manifest 记录删除了多少配对。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基线实测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最强基线是 RNAformer（0.7578），我们差 0.162——比此前以为的大一倍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4169349"/>
                <a:gridCol w="1812761"/>
                <a:gridCol w="1812761"/>
                <a:gridCol w="3262969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模型（同一 split：ref_bprna_ts0，1,291 条）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micro F1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macro F1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备注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RNAformer（32M, bprna checkpoint）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最强已发布基线，本轮首次跑通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UFold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权重一直就在集群本地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我们（rinalmo_ff @step 20000, w=-1）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无任何选择；高于 ViennaRNA centroid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ViennaRNA centroid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0.5288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纯物理基线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ViennaRNA MFE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0.5056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133088"/>
            <a:ext cx="3551834" cy="1280160"/>
          </a:xfrm>
          <a:prstGeom prst="rect">
            <a:avLst/>
          </a:prstGeom>
          <a:solidFill>
            <a:srgbClr val="FDF1F0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242816"/>
            <a:ext cx="329580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0.162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94944" y="4809744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RNAformer 的差距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占其绝对水平的 21%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9930" y="4133088"/>
            <a:ext cx="355183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47946" y="4242816"/>
            <a:ext cx="329580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2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0.064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447946" y="4809744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UFold 的差距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只比 UFold 会低估差距 2.5 倍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72933" y="4133088"/>
            <a:ext cx="355183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00949" y="4242816"/>
            <a:ext cx="329580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+0.057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00949" y="4809744"/>
            <a:ext cx="329580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高出 ViennaRNA centroid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方向正确，幅度不足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合法性：非法结构率 0、发夹环违规率 0。全部基线走同一份 JSONL 与同一套 ss.metrics 实现。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欠训练是此前低分的主因：同一配置跑满 20,000 步，TS0 从 0.4953 升到 0.5956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2140227"/>
                <a:gridCol w="1783522"/>
                <a:gridCol w="1783522"/>
                <a:gridCol w="1783522"/>
                <a:gridCol w="356704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训练步数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20（未训练）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1,000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3,500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6,000 → 10,000 → 20,000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micro F1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0.5369 → 0.5587 → 0.5956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macro F1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0.2372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0.5384 → 0.5549 → 0.5965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ECE（裸头）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0.2126 → 0.1965 → 0.1957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3913632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7F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+0.1003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3,500 → 20,000 步的 F1 增益。3,500 步时只训练了 0.56 epoch（batch 4 × 3,500 ÷ 10,682）。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4232402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 headline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0.4953 必须停止引用：它停在「低于两个参数化热力学基线」的位置，而原因是训练不足，不是方法不行。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4551172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2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ECE 不随训练单调改善（0.1373 → 0.1957）：F1 上升、校准变差，这正是 C1 需要单独立论的理由。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seed、单 checkpoint。协议要求 ≥5 seed；seed 1–5 目前只跑到 2,125–4,850 步，因此暂不能报告 mean ± std。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校准（C1）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split、同一 6,022,538 个候选对、同一套指标实现下的完整对比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4222084"/>
                <a:gridCol w="1507887"/>
                <a:gridCol w="1507887"/>
                <a:gridCol w="1507887"/>
                <a:gridCol w="2312094"/>
              </a:tblGrid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概率来源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ECE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Brier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NLL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需要后处理重标定？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RNAformer（最强基线）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不需要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我们的 CRF 精确边际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不需要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我们 免 DP 仿射重标定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0.0320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需要（2 参数拟合）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ViennaRNA 精确 BPP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不需要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UFold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0.0108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不需要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我们 裸头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0.3310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422452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独立复核  </a:t>
            </a:r>
            <a:pPr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UFold 的概率在期望意义上高估配对数 4.10 倍（平均预测 112.9 对 vs 真值 27.5 对）——这点为真，但它撑不起「既有方法都没校准」。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6928" y="4579874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反例  </a:t>
            </a:r>
            <a:pPr indent="0" marL="0">
              <a:buNone/>
            </a:pPr>
            <a:r>
              <a:rPr lang="en-US" sz="1250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RNAformer 就是单次前向出 L×L 概率 + 非交叉贪心解码（免 DP），且概率实测已校准，无需任何后处理。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eval/ss/reference_calibration.py 新增 --external-probs，使外部基线的概率与我们的头走同一份 pooled_pair_calibration。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 判定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C1-a 判 FAIL，且核心新颖性主张被否证——已加写作红线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11057839" cy="1481328"/>
          </a:xfrm>
          <a:prstGeom prst="rect">
            <a:avLst/>
          </a:prstGeom>
          <a:solidFill>
            <a:srgbClr val="FDF1F0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判据原文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1755648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 System-1 头在 TS0 / ArchiveII / PDB ts1 上 ECE 与 Brier 优于或持平 SPOT-RNA / UFold 的 sigmoid 概率。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084832"/>
            <a:ext cx="106920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实测：对 UFold 成立（0.0031 vs 0.0147），但判据的本意是「免 DP 概率的校准由我们首次做到」——RNAformer 实测 ECE 0.0015，比我们重标定后的 0.0031 还好一倍，且它不做任何后处理重标定。只与 UFold 比是换了更弱的对手，不构成通过。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03580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写作红线（新增，与原红线并列）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3291840"/>
            <a:ext cx="11057839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不得出现</a:t>
            </a:r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「首次给出经校准验证的免 DP 配对概率」。</a:t>
            </a:r>
            <a:pPr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可以写</a:t>
            </a:r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「首次系统评测 RNA 配对概率的校准」——覆盖 6 个来源、同 split 同候选对的表确实是领域空白。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89534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F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仍然站得住的部分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151376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7F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C1-c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免 DP 头经重标定后与「我们自己的」CRF 精确边际 gap = 0.0028（阈值 0.02），且 Brier/NLL 同时改善。这是自洽性结果。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4457446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7F4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评测贡献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系统性校准评测确为空白；我们的精确边际 ECE 0.0004 是全场最低，并给出同一模型的三档一致校准谱。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6928" y="4763516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2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结论调整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C1 从「方法新颖性」降级为「评测 + 自洽性」；主对标改为 RNAformer（0.7578）。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方法决策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参考语料的三条规则与教师问题：每条都有实测理由，不是默认值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2856608"/>
                <a:gridCol w="2764460"/>
                <a:gridCol w="543677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决策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取值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实测理由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假结处理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pk 栏精确删除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参考发布给每个配对打了假结等级标签。用贪心交叉删除会连带删掉被卷入交叉的无辜嵌套配对。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配对类型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删除非规范配对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参考发布非规范配对占 9.1%–23.7%，我们既有语料是 0.000。头只能输出 AU/GC/GU，拿它无法表达的配对当 GT 没有意义。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多联体（一个碱基多个配对）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保留跨度最大者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这条不是冗余保护：贪心交叉只捕捉「共享左端」，共享右端完全漏掉，而 pairs_to_dotbracket 会静默写出不平衡括号。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教师模型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扩为集成（ViennaRNA + EternaFold）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EternaFold 二进制已在盘上，--posteriors 直出配对后验概率，集成不必新装任何软件。「为什么原选 ViennaRNA」≠「它是最好的教师」。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「ViennaRNA 不是性能最高的、为什么当教师」这条质疑成立：它当初被选中的唯一理由是 C1-c 需要一个精确参照（McCaskill 配分函数，版本锁 2.7.2）。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复现可信度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基线的复现能力已被独立证据验证，不是「跑起来就算」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94944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RNAformer 已发表 TS0 F1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arXiv:2307.10073 表1，已核实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1680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9696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0.7154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09696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我们的复现 · 发布口径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取下界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6432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4448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0.7578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24448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我们的复现 · 项目口径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取上界，恰好夹住已发表值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11183" y="1389888"/>
            <a:ext cx="2613584" cy="1280160"/>
          </a:xfrm>
          <a:prstGeom prst="rect">
            <a:avLst/>
          </a:prstGeom>
          <a:solidFill>
            <a:srgbClr val="F4F6F8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9199" y="1499616"/>
            <a:ext cx="2357552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7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156/156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39199" y="2066544"/>
            <a:ext cx="235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UFold 权重重载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strict 全键匹配，0 缺失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24912"/>
          <a:ext cx="11057839" cy="914400"/>
        </p:xfrm>
        <a:graphic>
          <a:graphicData uri="http://schemas.openxmlformats.org/drawingml/2006/table">
            <a:tbl>
              <a:tblPr/>
              <a:tblGrid>
                <a:gridCol w="3241091"/>
                <a:gridCol w="2287829"/>
                <a:gridCol w="2287829"/>
                <a:gridCol w="3241091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split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项目口径 micro F1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发布口径 micro F1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被移除配对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ref_bprna_ts0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0.7154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5,119 / 40,067（12.8%）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249 / 904（27.5%）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ref_pdb_ts3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227 / 644（35.2%）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413308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  </a:t>
            </a:r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移除非规范/假结配对会显著抬高任何模型的 F1，假结越多的集抬得越多（ts3 上 +0.158）。所以 F1 必须与「删了多少对」同列报告。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66928" y="444550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  </a:t>
            </a:r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UFold 自带 seq2dot 用逐位 argmax、不保证对称，34/1291 条序列括号不平衡；改为只保留互为最优的对后 F1 由 0.6584 → 0.6598。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当前状态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TR1 训练已在运行；其余队列与已到位的外部资产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4088613"/>
                <a:gridCol w="2415998"/>
                <a:gridCol w="4553228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任务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说明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TR1 训练（4.29× 数据对照）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运行中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rinalmo_ff_tr1 @step 475/20000；rinalmo_len_tr1 @step 500/20000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TR1 教师软标签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45,865 条，12 进程 892 s，version_lock = ViennaRNA 2.7.2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benchmark 新增 7 个 split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含基线跑完；synthetic 两集已标记不得进主表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UFold / RNAformer 适配器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已完成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dot-bracket + sigmoid 概率矩阵均已产出并通过校验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EternaFold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可用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二进制在盘上，--posteriors 输出已验证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mmseqs 真实 identity 去冗余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待做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此前记「工具未安装」，实际在盘上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seed 补满 20,000 步（≥5 seed）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待做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当前只能报告单点，不能报 mean ± std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GPU：8×A100-40GB 共享，GPU 6/7 为 MIG 切片（CUDA_VISIBLE_DEVICES=6/7 拿到的是 4.75 GiB 的 1g.5gb，已两次导致 OOM）。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48640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三条可能缩小 0.162 差距的路径，以及缩不回来时的诚实退路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19088"/>
            <a:ext cx="10326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3A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RNA-JEPA 决策模型线 · 2026-09-24 · 提交 3bb5186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84687" y="6419088"/>
            <a:ext cx="64008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6291072"/>
            <a:ext cx="11057839" cy="9144"/>
          </a:xfrm>
          <a:prstGeom prst="rect">
            <a:avLst/>
          </a:prstGeom>
          <a:solidFill>
            <a:srgbClr val="D8DEE6"/>
          </a:solidFill>
          <a:ln w="12700">
            <a:solidFill>
              <a:srgbClr val="D8DEE6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8988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1842973"/>
                <a:gridCol w="1290081"/>
                <a:gridCol w="5160325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路径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做法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状态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为什么可能有效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增加训练量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TR1（4.29× 数据）同配置重训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运行中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已证实 3,500 → 20,000 步带来 +0.1003；数据量是同一杠杆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改解码口径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校准后再送势（sigmoid 之前先做单调重标定）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26A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未试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§14.11 已证「送势 &gt; 送概率」，但从未试过「先校准再送势」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 / 容量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rinalmo_big（4.8× 参数）臂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7C8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运行中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B2D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回答平铺头的平台是容量限制还是数据限制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3127248"/>
            <a:ext cx="11057839" cy="1170432"/>
          </a:xfrm>
          <a:prstGeom prst="rect">
            <a:avLst/>
          </a:prstGeom>
          <a:solidFill>
            <a:srgbClr val="FDFAF3"/>
          </a:solidFill>
          <a:ln w="12700">
            <a:solidFill>
              <a:srgbClr val="B26A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3218688"/>
            <a:ext cx="106920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6A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如果三条都缩不回来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49808" y="3474720"/>
            <a:ext cx="10692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论文按「校准系统评测 + 诚实的负结果」来写，把「免 DP 头在准确率上落后已发表 SOTA 0.16」作为主结果如实报告，而不是继续把 C1 包装成正面贡献。这个决定等 TR1 结果出来再定，不预先写结论。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" y="4443984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不能省略的诚实声明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" y="468172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 F1 为单 seed、单 checkpoint；≥5 seed 未完成前不得报告 mean ± std。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498779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UFold 的训练集与 TS0 的同源重叠仍未核实（§5.2），引用其数字时必须声明。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" y="5293868"/>
            <a:ext cx="11057839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326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跨家族短板最大：bprna_new 上我们 0.3536，UFold 0.6106，差距 0.257，是 TS0 的 4 倍。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RNA-JEPA 项目进展 2026-09-24</dc:title>
  <dc:subject>PptxGenJS Presentation</dc:subject>
  <dc:creator>RNA-JEPA</dc:creator>
  <cp:lastModifiedBy>RNA-JEPA</cp:lastModifiedBy>
  <cp:revision>1</cp:revision>
  <dcterms:created xsi:type="dcterms:W3CDTF">2026-09-24T11:46:01Z</dcterms:created>
  <dcterms:modified xsi:type="dcterms:W3CDTF">2026-09-24T11:46:01Z</dcterms:modified>
</cp:coreProperties>
</file>